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109728" cy="512064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Personal Portfolio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D7E1F0"/>
                </a:solidFill>
                <a:latin typeface="Aptos"/>
              </a:defRPr>
            </a:pPr>
            <a:r>
              <a:t>AI-Assisted Web Development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94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Aamina Mongwe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BECDE1"/>
                </a:solidFill>
                <a:latin typeface="Aptos"/>
              </a:defRPr>
            </a:pPr>
            <a:r>
              <a:t>Portfolio • Skills • Education • Projects •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Create a modern, responsive and professional personal portfolio website.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Use AI-assisted development while understanding the structure, code and design decisions.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Present education, certifications, work experience, skills and practical projects in one place.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Create a portfolio that can be shared with employers for internships and employment.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AI-Assisted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ChatGPT supported planning, content organisation, page structure and development decisions.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website uses standard HTML, CSS and JavaScript.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AI assistance was used as a development aid, while the final structure and design remain understandable and maintainable.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layout was designed to work across desktop, tablet and mobile screens.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Website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Home — professional introduction and first impression.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About Me — background and professional profile.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Skills — technical, creative, practical and soft skills.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Projects — three practical projects with descriptions.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Education &amp; Certifications — academic and professional achievements.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Work Experience — General Worker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Contact &amp; CV — email, GitHub, LinkedIn and downloadable/previewable CV.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UI/UX and 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Clear visual hierarchy makes important information easy to find.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Consistent typography, spacing and navigation create a professional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Responsive CSS adapts the layout for desktop, tablet and mobile screens.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Clear calls to action help employers view the CV or make contact.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design prioritises readability and simple navigation.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Professional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Name: Aamina Mongwe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Location: Lenasia, Gauteng, South Africa.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Profile: motivated and adaptable candidate with general work experience and training in security, stocktaking and film &amp; television production.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Career interests represented in the portfolio include security, general work, warehouse/stock-related roles, retail and film/TV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Education and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National Senior Certificate — Progress Comprehensive High School (2021).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National Certificate: Film and Television Production — NQF Level 5, Revolution Media Academy / MICT SETA (2025).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Security and Safety training — National Certificate N3 / NQF Level 3 (2024).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Basic Stocktake Course — Dial a Stocktaker (2025).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Grade C PSiRA registration/certificate — issued in 2025 and valid through 2027.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Work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General Worker — Zenhlanhla Holdings.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Period: February 2025 – April 2025.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Experience supports reliability, teamwork, following instructions and completing practical duties.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portfolio combines this experience with stocktaking and security training to show a broad entry-level skills profile.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Featured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Final Cut Mastery — film/TV editing project focused on picture and sound synchronisation, technical compliance and creative feedback.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Technical Compliance Report — review of resolution, colour grading, audio levels and output-format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Creative Feedback Report — review of editing decisions and identification of practical improvements.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Technical: HTML, CSS, JavaScript, responsive web design, basic GitHub workflow and digital portfolio development.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Creative: video editing concepts, picture/sound synchronisation, technical compliance and creative review.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Practical: general work, stocktaking, stock handling and workplace procedures.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Professional: communication, teamwork, problem-solving, adaptability, willingness to learn and reliability.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Contact and Professional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Email: aminaamzo46@gmail.com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Phone: 073 400 9613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GitHub: github.com/Amina-Apple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LinkedIn: linkedin.com/in/aamina-mongwe-0a72b62a2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CV: included in the portfolio with an in-page preview and download option.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Deployment and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project source is organised as index.html, style.css, script.js and CV.pdf.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site can be deployed using GitHub Pages, Vercel, Netlify or another static hosting service.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source code can be stored in a GitHub repository for future maintenance and improvements.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For final submission, add the live deployment URL and repository URL to this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337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portfolio brings Aamina's education, certifications, experience, skills and projects together.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It demonstrates AI-assisted development while keeping the website understandable and maintainable.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  <a:latin typeface="Aptos"/>
              </a:defRPr>
            </a:pPr>
            <a:r>
              <a:t>The website is designed as a professional resource that can continue to grow with future projects and employment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63854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