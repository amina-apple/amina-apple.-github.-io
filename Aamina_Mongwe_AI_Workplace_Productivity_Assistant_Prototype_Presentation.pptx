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4E79"/>
                </a:solidFill>
              </a:defRPr>
            </a:pPr>
            <a:r>
              <a:t>AI WORKPLACE</a:t>
            </a:r>
            <a:br/>
            <a:r>
              <a:t>PRODUCTIVITY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46120"/>
            <a:ext cx="9784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Aamina Mongwe</a:t>
            </a:r>
          </a:p>
          <a:p>
            <a:pPr algn="ctr">
              <a:defRPr sz="1700" b="0"/>
            </a:pPr>
            <a:r>
              <a:t>AI Skills Acceleration Programme</a:t>
            </a:r>
          </a:p>
          <a:p>
            <a:pPr algn="ctr">
              <a:defRPr sz="1600" b="0"/>
            </a:pPr>
            <a:r>
              <a:t>17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E6E6E"/>
                </a:solidFill>
              </a:defRPr>
            </a:pPr>
            <a:r>
              <a:t>Aamina Mongwe | AI Workplace Productivity Assistant | AI Skills Acceleration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1. The Workplace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Professionals spend time on repetitive administrative activities.</a:t>
            </a:r>
          </a:p>
          <a:p>
            <a:pPr>
              <a:spcAft>
                <a:spcPts val="1000"/>
              </a:spcAft>
              <a:defRPr sz="2100"/>
            </a:pPr>
            <a:r>
              <a:t>Common examples include email drafting, meeting-note processing, task planning and research.</a:t>
            </a:r>
          </a:p>
          <a:p>
            <a:pPr>
              <a:spcAft>
                <a:spcPts val="1000"/>
              </a:spcAft>
              <a:defRPr sz="2100"/>
            </a:pPr>
            <a:r>
              <a:t>Repetitive work can reduce time available for higher-value responsibilities.</a:t>
            </a:r>
          </a:p>
          <a:p>
            <a:pPr>
              <a:spcAft>
                <a:spcPts val="1000"/>
              </a:spcAft>
              <a:defRPr sz="2100"/>
            </a:pPr>
            <a:r>
              <a:t>The project applies AI to simplify these tasks while keeping humans responsible for final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E6E6E"/>
                </a:solidFill>
              </a:defRPr>
            </a:pPr>
            <a:r>
              <a:t>Aamina Mongwe | AI Workplace Productivity Assistant | AI Skills Acceleration Programme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2. Proposed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651760" cy="182880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✉ Smart Email</a:t>
            </a:r>
          </a:p>
          <a:p>
            <a:pPr>
              <a:spcBef>
                <a:spcPts val="700"/>
              </a:spcBef>
              <a:defRPr sz="1400"/>
            </a:pPr>
            <a:r>
              <a:t>Professional emails based on audience, purpose and tone.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371600"/>
            <a:ext cx="2651760" cy="182880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📝 Meeting Summarizer</a:t>
            </a:r>
          </a:p>
          <a:p>
            <a:pPr>
              <a:spcBef>
                <a:spcPts val="700"/>
              </a:spcBef>
              <a:defRPr sz="1400"/>
            </a:pPr>
            <a:r>
              <a:t>Summary, decisions, actions, responsibilities and deadlines.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2651760" cy="182880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📅 Task Planner</a:t>
            </a:r>
          </a:p>
          <a:p>
            <a:pPr>
              <a:spcBef>
                <a:spcPts val="700"/>
              </a:spcBef>
              <a:defRPr sz="1400"/>
            </a:pPr>
            <a:r>
              <a:t>Prioritizes tasks and creates daily or weekly plans.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371600"/>
            <a:ext cx="2377440" cy="182880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🔎 Research</a:t>
            </a:r>
          </a:p>
          <a:p>
            <a:pPr>
              <a:spcBef>
                <a:spcPts val="700"/>
              </a:spcBef>
              <a:defRPr sz="1400"/>
            </a:pPr>
            <a:r>
              <a:t>Summarizes and simplifies information.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8620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One assistant • Four productivity functions • Human review built into the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E6E6E"/>
                </a:solidFill>
              </a:defRPr>
            </a:pPr>
            <a:r>
              <a:t>Aamina Mongwe | AI Workplace Productivity Assistant | AI Skills Acceleration Programme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3. How the Assistant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28800"/>
            <a:ext cx="1691640" cy="196596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1. User Input</a:t>
            </a:r>
          </a:p>
          <a:p>
            <a:pPr>
              <a:spcBef>
                <a:spcPts val="700"/>
              </a:spcBef>
              <a:defRPr sz="1400"/>
            </a:pPr>
            <a:r>
              <a:t>Workplace information is processed according to the selected function.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50008" y="1828800"/>
            <a:ext cx="1691640" cy="196596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2. Structured Prompt</a:t>
            </a:r>
          </a:p>
          <a:p>
            <a:pPr>
              <a:spcBef>
                <a:spcPts val="700"/>
              </a:spcBef>
              <a:defRPr sz="1400"/>
            </a:pPr>
            <a:r>
              <a:t>Workplace information is processed according to the selected function.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8536" y="1828800"/>
            <a:ext cx="1691640" cy="196596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3. AI Processing</a:t>
            </a:r>
          </a:p>
          <a:p>
            <a:pPr>
              <a:spcBef>
                <a:spcPts val="700"/>
              </a:spcBef>
              <a:defRPr sz="1400"/>
            </a:pPr>
            <a:r>
              <a:t>Workplace information is processed according to the selected function.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7064" y="1828800"/>
            <a:ext cx="1691640" cy="196596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4. Generated Output</a:t>
            </a:r>
          </a:p>
          <a:p>
            <a:pPr>
              <a:spcBef>
                <a:spcPts val="700"/>
              </a:spcBef>
              <a:defRPr sz="1400"/>
            </a:pPr>
            <a:r>
              <a:t>Workplace information is processed according to the selected function.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5592" y="1828800"/>
            <a:ext cx="1691640" cy="196596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5. Human Review</a:t>
            </a:r>
          </a:p>
          <a:p>
            <a:pPr>
              <a:spcBef>
                <a:spcPts val="700"/>
              </a:spcBef>
              <a:defRPr sz="1400"/>
            </a:pPr>
            <a:r>
              <a:t>Workplace information is processed according to the selected function.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1828800"/>
            <a:ext cx="1691640" cy="196596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6. Verify &amp; Approve</a:t>
            </a:r>
          </a:p>
          <a:p>
            <a:pPr>
              <a:spcBef>
                <a:spcPts val="700"/>
              </a:spcBef>
              <a:defRPr sz="1400"/>
            </a:pPr>
            <a:r>
              <a:t>Workplace information is processed according to the selected function.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5720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Core workflow: User → Prompt → AI → Output → Human Review → Final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E6E6E"/>
                </a:solidFill>
              </a:defRPr>
            </a:pPr>
            <a:r>
              <a:t>Aamina Mongwe | AI Workplace Productivity Assistant | AI Skills Acceleration Programme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4. Prompt Engineering – 25% of 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212080" cy="338328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Basic Prompt</a:t>
            </a:r>
          </a:p>
          <a:p>
            <a:pPr>
              <a:spcBef>
                <a:spcPts val="700"/>
              </a:spcBef>
              <a:defRPr sz="1400"/>
            </a:pPr>
            <a:r>
              <a:t>“Write an email to my manager asking for an extension.”</a:t>
            </a:r>
            <a:br/>
            <a:br/>
            <a:r>
              <a:t>Problem: too little context, no tone, no structure and no accuracy constraints.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303520" cy="338328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Improved Prompt</a:t>
            </a:r>
          </a:p>
          <a:p>
            <a:pPr>
              <a:spcBef>
                <a:spcPts val="700"/>
              </a:spcBef>
              <a:defRPr sz="1400"/>
            </a:pPr>
            <a:r>
              <a:t>Role + context + task + audience + tone + output format + constraints.</a:t>
            </a:r>
            <a:br/>
            <a:br/>
            <a:r>
              <a:t>The improved prompt instructs the AI to be professional and not invent information.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749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Prompt design is tested and refined based on output quality.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E6E6E"/>
                </a:solidFill>
              </a:defRPr>
            </a:pPr>
            <a:r>
              <a:t>Aamina Mongwe | AI Workplace Productivity Assistant | AI Skills Acceleration Programme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5. Smart Email Generator –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657600" cy="438912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USER INPUT</a:t>
            </a:r>
          </a:p>
          <a:p>
            <a:pPr>
              <a:spcBef>
                <a:spcPts val="700"/>
              </a:spcBef>
              <a:defRPr sz="1400"/>
            </a:pPr>
            <a:r>
              <a:t>Audience: Manager</a:t>
            </a:r>
            <a:br/>
            <a:r>
              <a:t>Purpose: Request extension</a:t>
            </a:r>
            <a:br/>
            <a:r>
              <a:t>Tone: Formal</a:t>
            </a:r>
            <a:br/>
            <a:r>
              <a:t>Reason: More time needed for report</a:t>
            </a:r>
            <a:br/>
            <a:r>
              <a:t>New deadline: [user provides]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234440"/>
            <a:ext cx="7040880" cy="438912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AI OUTPUT</a:t>
            </a:r>
          </a:p>
          <a:p>
            <a:pPr>
              <a:spcBef>
                <a:spcPts val="700"/>
              </a:spcBef>
              <a:defRPr sz="1400"/>
            </a:pPr>
            <a:r>
              <a:t>Subject: Request for Project Deadline Extension</a:t>
            </a:r>
            <a:br/>
            <a:br/>
            <a:r>
              <a:t>Dear [Manager],</a:t>
            </a:r>
            <a:br/>
            <a:br/>
            <a:r>
              <a:t>[AI-generated professional message based only on the supplied information.]</a:t>
            </a:r>
            <a:br/>
            <a:br/>
            <a:r>
              <a:t>Kind regards,</a:t>
            </a:r>
            <a:br/>
            <a:r>
              <a:t>[User]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7150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Tone options: Formal • Friendly • Informal • Persuasive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E6E6E"/>
                </a:solidFill>
              </a:defRPr>
            </a:pPr>
            <a:r>
              <a:t>Aamina Mongwe | AI Workplace Productivity Assistant | AI Skills Acceleration Programme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6. Meeting Notes Summarizer –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88720"/>
            <a:ext cx="4572000" cy="452628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INPUT: RAW NOTES</a:t>
            </a:r>
          </a:p>
          <a:p>
            <a:pPr>
              <a:spcBef>
                <a:spcPts val="700"/>
              </a:spcBef>
              <a:defRPr sz="1400"/>
            </a:pPr>
            <a:r>
              <a:t>Marketing team discussed campaign.</a:t>
            </a:r>
            <a:br/>
            <a:br/>
            <a:r>
              <a:t>Sarah: social media content by Friday.</a:t>
            </a:r>
            <a:br/>
            <a:r>
              <a:t>John: contact printing company.</a:t>
            </a:r>
            <a:br/>
            <a:r>
              <a:t>Team: campaign launch next month.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40680" y="1188720"/>
            <a:ext cx="6126480" cy="452628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OUTPUT: STRUCTURED SUMMARY</a:t>
            </a:r>
          </a:p>
          <a:p>
            <a:pPr>
              <a:spcBef>
                <a:spcPts val="700"/>
              </a:spcBef>
              <a:defRPr sz="1400"/>
            </a:pPr>
            <a:r>
              <a:t>Summary</a:t>
            </a:r>
            <a:br/>
            <a:r>
              <a:t>Key Discussion Points</a:t>
            </a:r>
            <a:br/>
            <a:r>
              <a:t>Decisions</a:t>
            </a:r>
            <a:br/>
            <a:r>
              <a:t>Action Items</a:t>
            </a:r>
            <a:br/>
            <a:r>
              <a:t>• Sarah – social media content – Friday</a:t>
            </a:r>
            <a:br/>
            <a:r>
              <a:t>• John – contact printing company</a:t>
            </a:r>
            <a:br/>
            <a:r>
              <a:t>Deadlines</a:t>
            </a:r>
            <a:br/>
            <a:r>
              <a:t>Outstanding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E6E6E"/>
                </a:solidFill>
              </a:defRPr>
            </a:pPr>
            <a:r>
              <a:t>Aamina Mongwe | AI Workplace Productivity Assistant | AI Skills Acceleration Programme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7. Task Planner &amp; Research Assistant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303520" cy="429768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AI TASK PLANNER</a:t>
            </a:r>
          </a:p>
          <a:p>
            <a:pPr>
              <a:spcBef>
                <a:spcPts val="700"/>
              </a:spcBef>
              <a:defRPr sz="1400"/>
            </a:pPr>
            <a:r>
              <a:t>Input: task list + deadlines</a:t>
            </a:r>
            <a:br/>
            <a:br/>
            <a:r>
              <a:t>Output:</a:t>
            </a:r>
            <a:br/>
            <a:r>
              <a:t>• Urgency/importance priority</a:t>
            </a:r>
            <a:br/>
            <a:r>
              <a:t>• Daily/weekly schedule</a:t>
            </a:r>
            <a:br/>
            <a:r>
              <a:t>• Time blocks</a:t>
            </a:r>
            <a:br/>
            <a:r>
              <a:t>• Tasks needing clarification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5303520" cy="429768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AI RESEARCH ASSISTANT</a:t>
            </a:r>
          </a:p>
          <a:p>
            <a:pPr>
              <a:spcBef>
                <a:spcPts val="700"/>
              </a:spcBef>
              <a:defRPr sz="1400"/>
            </a:pPr>
            <a:r>
              <a:t>Input: topic or approved source material</a:t>
            </a:r>
            <a:br/>
            <a:br/>
            <a:r>
              <a:t>Output:</a:t>
            </a:r>
            <a:br/>
            <a:r>
              <a:t>• Simple explanation</a:t>
            </a:r>
            <a:br/>
            <a:r>
              <a:t>• Key ideas</a:t>
            </a:r>
            <a:br/>
            <a:r>
              <a:t>• Important points</a:t>
            </a:r>
            <a:br/>
            <a:r>
              <a:t>• Questions for further research</a:t>
            </a:r>
            <a:br/>
            <a:r>
              <a:t>• Information to verify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E6E6E"/>
                </a:solidFill>
              </a:defRPr>
            </a:pPr>
            <a:r>
              <a:t>Aamina Mongwe | AI Workplace Productivity Assistant | AI Skills Acceleration Programme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8. Innovation – 15% of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Combines four workplace AI functions into one assistant.</a:t>
            </a:r>
          </a:p>
          <a:p>
            <a:pPr>
              <a:spcAft>
                <a:spcPts val="1000"/>
              </a:spcAft>
              <a:defRPr sz="2100"/>
            </a:pPr>
            <a:r>
              <a:t>Supports multiple stages of a working day: plan → communicate → meet → research → complete.</a:t>
            </a:r>
          </a:p>
          <a:p>
            <a:pPr>
              <a:spcAft>
                <a:spcPts val="1000"/>
              </a:spcAft>
              <a:defRPr sz="2100"/>
            </a:pPr>
            <a:r>
              <a:t>Uses reusable prompt templates rather than one-off instructions.</a:t>
            </a:r>
          </a:p>
          <a:p>
            <a:pPr>
              <a:spcAft>
                <a:spcPts val="1000"/>
              </a:spcAft>
              <a:defRPr sz="2100"/>
            </a:pPr>
            <a:r>
              <a:t>Can be extended with a Productivity Dashboard, reminders, calendar integration and approved document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E6E6E"/>
                </a:solidFill>
              </a:defRPr>
            </a:pPr>
            <a:r>
              <a:t>Aamina Mongwe | AI Workplace Productivity Assistant | AI Skills Acceleration Programme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9. Responsible AI – 10% of 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468880" cy="182880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Privacy</a:t>
            </a:r>
          </a:p>
          <a:p>
            <a:pPr>
              <a:spcBef>
                <a:spcPts val="700"/>
              </a:spcBef>
              <a:defRPr sz="1400"/>
            </a:pPr>
            <a:r>
              <a:t>Avoid sensitive or confidential information unless authorized.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234440"/>
            <a:ext cx="2468880" cy="182880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Accuracy</a:t>
            </a:r>
          </a:p>
          <a:p>
            <a:pPr>
              <a:spcBef>
                <a:spcPts val="700"/>
              </a:spcBef>
              <a:defRPr sz="1400"/>
            </a:pPr>
            <a:r>
              <a:t>Verify important AI-generated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234440"/>
            <a:ext cx="2468880" cy="182880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Bias</a:t>
            </a:r>
          </a:p>
          <a:p>
            <a:pPr>
              <a:spcBef>
                <a:spcPts val="700"/>
              </a:spcBef>
              <a:defRPr sz="1400"/>
            </a:pPr>
            <a:r>
              <a:t>Review outputs critically for unfair or inappropriate content.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1234440"/>
            <a:ext cx="2468880" cy="182880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Human Oversight</a:t>
            </a:r>
          </a:p>
          <a:p>
            <a:pPr>
              <a:spcBef>
                <a:spcPts val="700"/>
              </a:spcBef>
              <a:defRPr sz="1400"/>
            </a:pPr>
            <a:r>
              <a:t>User reviews, edits and approves final output.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16052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/>
            </a:pPr>
            <a:r>
              <a:t>Generate → Review → Verify → Edit → Approve →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E6E6E"/>
                </a:solidFill>
              </a:defRPr>
            </a:pPr>
            <a:r>
              <a:t>Aamina Mongwe | AI Workplace Productivity Assistant | AI Skills Acceleration Programme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10. Productivity Impact &amp;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212080" cy="420624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WHAT TO MEASURE</a:t>
            </a:r>
          </a:p>
          <a:p>
            <a:pPr>
              <a:spcBef>
                <a:spcPts val="700"/>
              </a:spcBef>
              <a:defRPr sz="1400"/>
            </a:pPr>
            <a:r>
              <a:t>Record actual time for selected tasks:</a:t>
            </a:r>
            <a:br/>
            <a:br/>
            <a:r>
              <a:t>• Drafting an email</a:t>
            </a:r>
            <a:br/>
            <a:r>
              <a:t>• Summarizing meeting notes</a:t>
            </a:r>
            <a:br/>
            <a:r>
              <a:t>• Creating a task plan</a:t>
            </a:r>
            <a:br/>
            <a:r>
              <a:t>• Preparing a research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234440"/>
            <a:ext cx="5394960" cy="420624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HOW TO EVALUATE</a:t>
            </a:r>
          </a:p>
          <a:p>
            <a:pPr>
              <a:spcBef>
                <a:spcPts val="700"/>
              </a:spcBef>
              <a:defRPr sz="1400"/>
            </a:pPr>
            <a:r>
              <a:t>Compare manual vs AI-assisted time.</a:t>
            </a:r>
            <a:br/>
            <a:br/>
            <a:r>
              <a:t>Time Saved (%) = ((Manual − AI) ÷ Manual) × 100</a:t>
            </a:r>
            <a:br/>
            <a:br/>
            <a:r>
              <a:t>Also evaluate accuracy, relevance, clarity and completeness.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E6E6E"/>
                </a:solidFill>
              </a:defRPr>
            </a:pPr>
            <a:r>
              <a:t>Aamina Mongwe | AI Workplace Productivity Assistant | AI Skills Acceleration Programme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11. Evaluation Criteria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54480" y="1143000"/>
            <a:ext cx="6035040" cy="59436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Problem Relevance</a:t>
            </a:r>
          </a:p>
          <a:p>
            <a:pPr>
              <a:spcBef>
                <a:spcPts val="700"/>
              </a:spcBef>
              <a:defRPr sz="1400"/>
            </a:pPr>
            <a:r>
              <a:t>20%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1892807"/>
            <a:ext cx="6035040" cy="59436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Prompt Engineering</a:t>
            </a:r>
          </a:p>
          <a:p>
            <a:pPr>
              <a:spcBef>
                <a:spcPts val="700"/>
              </a:spcBef>
              <a:defRPr sz="1400"/>
            </a:pPr>
            <a:r>
              <a:t>25%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2642615"/>
            <a:ext cx="6035040" cy="59436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Functionality</a:t>
            </a:r>
          </a:p>
          <a:p>
            <a:pPr>
              <a:spcBef>
                <a:spcPts val="700"/>
              </a:spcBef>
              <a:defRPr sz="1400"/>
            </a:pPr>
            <a:r>
              <a:t>25%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3392424"/>
            <a:ext cx="6035040" cy="59436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Innovation</a:t>
            </a:r>
          </a:p>
          <a:p>
            <a:pPr>
              <a:spcBef>
                <a:spcPts val="700"/>
              </a:spcBef>
              <a:defRPr sz="1400"/>
            </a:pPr>
            <a:r>
              <a:t>15%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4142231"/>
            <a:ext cx="6035040" cy="59436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Responsible AI</a:t>
            </a:r>
          </a:p>
          <a:p>
            <a:pPr>
              <a:spcBef>
                <a:spcPts val="700"/>
              </a:spcBef>
              <a:defRPr sz="1400"/>
            </a:pPr>
            <a:r>
              <a:t>10%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4892040"/>
            <a:ext cx="6035040" cy="594360"/>
          </a:xfrm>
          <a:prstGeom prst="roundRect">
            <a:avLst/>
          </a:prstGeom>
          <a:solidFill>
            <a:srgbClr val="F3F6F8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Presentation</a:t>
            </a:r>
          </a:p>
          <a:p>
            <a:pPr>
              <a:spcBef>
                <a:spcPts val="700"/>
              </a:spcBef>
              <a:defRPr sz="1400"/>
            </a:pPr>
            <a:r>
              <a:t>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E6E6E"/>
                </a:solidFill>
              </a:defRPr>
            </a:pPr>
            <a:r>
              <a:t>Aamina Mongwe | AI Workplace Productivity Assistant | AI Skills Acceleration Programme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12. 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General AI responses → add role, context and output requirements.</a:t>
            </a:r>
          </a:p>
          <a:p>
            <a:pPr>
              <a:spcAft>
                <a:spcPts val="1000"/>
              </a:spcAft>
              <a:defRPr sz="1900"/>
            </a:pPr>
            <a:r>
              <a:t>Missing details → instruct the AI not to invent information.</a:t>
            </a:r>
          </a:p>
          <a:p>
            <a:pPr>
              <a:spcAft>
                <a:spcPts val="1000"/>
              </a:spcAft>
              <a:defRPr sz="1900"/>
            </a:pPr>
            <a:r>
              <a:t>Inconsistent formatting → specify a fixed output structure.</a:t>
            </a:r>
          </a:p>
          <a:p>
            <a:pPr>
              <a:spcAft>
                <a:spcPts val="1000"/>
              </a:spcAft>
              <a:defRPr sz="1900"/>
            </a:pPr>
            <a:r>
              <a:t>Incorrect information → human verification and source checking.</a:t>
            </a:r>
          </a:p>
          <a:p>
            <a:pPr>
              <a:spcAft>
                <a:spcPts val="1000"/>
              </a:spcAft>
              <a:defRPr sz="1900"/>
            </a:pPr>
            <a:r>
              <a:t>Privacy concerns → use privacy warnings and approved AI environments.</a:t>
            </a:r>
          </a:p>
          <a:p>
            <a:pPr>
              <a:spcAft>
                <a:spcPts val="1000"/>
              </a:spcAft>
              <a:defRPr sz="1900"/>
            </a:pPr>
            <a:r>
              <a:t>Ambiguous requests → ask for or identify missing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E6E6E"/>
                </a:solidFill>
              </a:defRPr>
            </a:pPr>
            <a:r>
              <a:t>Aamina Mongwe | AI Workplace Productivity Assistant | AI Skills Acceleration Programme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13. Industry Relevance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AI Prompt Engineer – designs, tests and refines AI prompts.</a:t>
            </a:r>
          </a:p>
          <a:p>
            <a:pPr>
              <a:spcAft>
                <a:spcPts val="1000"/>
              </a:spcAft>
              <a:defRPr sz="1900"/>
            </a:pPr>
            <a:r>
              <a:t>AI Productivity Specialist – identifies tasks that can benefit from AI.</a:t>
            </a:r>
          </a:p>
          <a:p>
            <a:pPr>
              <a:spcAft>
                <a:spcPts val="1000"/>
              </a:spcAft>
              <a:defRPr sz="1900"/>
            </a:pPr>
            <a:r>
              <a:t>Digital Transformation Analyst – connects business problems with digital solutions.</a:t>
            </a:r>
          </a:p>
          <a:p>
            <a:pPr>
              <a:spcAft>
                <a:spcPts val="1000"/>
              </a:spcAft>
              <a:defRPr sz="1900"/>
            </a:pPr>
            <a:r>
              <a:t>AI-enabled Business Analyst – analyzes processes and evaluates AI opportunities.</a:t>
            </a:r>
          </a:p>
          <a:p>
            <a:pPr>
              <a:spcAft>
                <a:spcPts val="1000"/>
              </a:spcAft>
              <a:defRPr sz="1900"/>
            </a:pPr>
            <a:r>
              <a:t>Operations / Administration – applies AI to communication, organization and routine tasks.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E6E6E"/>
                </a:solidFill>
              </a:defRPr>
            </a:pPr>
            <a:r>
              <a:t>Aamina Mongwe | AI Workplace Productivity Assistant | AI Skills Acceleration Programme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14.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AI Solution / Prototype</a:t>
            </a:r>
          </a:p>
          <a:p>
            <a:pPr>
              <a:spcAft>
                <a:spcPts val="1000"/>
              </a:spcAft>
              <a:defRPr sz="2000"/>
            </a:pPr>
            <a:r>
              <a:t>Tool, workflow or interface demonstrating functionality</a:t>
            </a:r>
          </a:p>
          <a:p>
            <a:pPr>
              <a:spcAft>
                <a:spcPts val="1000"/>
              </a:spcAft>
              <a:defRPr sz="2000"/>
            </a:pPr>
            <a:r>
              <a:t>1–2 page documentation</a:t>
            </a:r>
          </a:p>
          <a:p>
            <a:pPr>
              <a:spcAft>
                <a:spcPts val="1000"/>
              </a:spcAft>
              <a:defRPr sz="2000"/>
            </a:pPr>
            <a:r>
              <a:t>Problem statement, solution overview, tools, sample prompts and challenges/solutions</a:t>
            </a:r>
          </a:p>
          <a:p>
            <a:pPr>
              <a:spcAft>
                <a:spcPts val="1000"/>
              </a:spcAft>
              <a:defRPr sz="2000"/>
            </a:pPr>
            <a:r>
              <a:t>Presentation / slide deck or live demo</a:t>
            </a:r>
          </a:p>
          <a:p>
            <a:pPr>
              <a:spcAft>
                <a:spcPts val="1000"/>
              </a:spcAft>
              <a:defRPr sz="2000"/>
            </a:pPr>
            <a:r>
              <a:t>Explanation of features, impact and responsible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E6E6E"/>
                </a:solidFill>
              </a:defRPr>
            </a:pPr>
            <a:r>
              <a:t>Aamina Mongwe | AI Workplace Productivity Assistant | AI Skills Acceleration Programme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15.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The assistant addresses a practical workplace productivity problem.</a:t>
            </a:r>
          </a:p>
          <a:p>
            <a:pPr>
              <a:spcAft>
                <a:spcPts val="1000"/>
              </a:spcAft>
              <a:defRPr sz="2000"/>
            </a:pPr>
            <a:r>
              <a:t>It demonstrates four AI productivity functions.</a:t>
            </a:r>
          </a:p>
          <a:p>
            <a:pPr>
              <a:spcAft>
                <a:spcPts val="1000"/>
              </a:spcAft>
              <a:defRPr sz="2000"/>
            </a:pPr>
            <a:r>
              <a:t>Prompt engineering is demonstrated through structured and refined prompts.</a:t>
            </a:r>
          </a:p>
          <a:p>
            <a:pPr>
              <a:spcAft>
                <a:spcPts val="1000"/>
              </a:spcAft>
              <a:defRPr sz="2000"/>
            </a:pPr>
            <a:r>
              <a:t>Functionality is tested using realistic workplace scenarios.</a:t>
            </a:r>
          </a:p>
          <a:p>
            <a:pPr>
              <a:spcAft>
                <a:spcPts val="1000"/>
              </a:spcAft>
              <a:defRPr sz="2000"/>
            </a:pPr>
            <a:r>
              <a:t>Responsible AI principles keep privacy, verification and human accountability central.</a:t>
            </a:r>
          </a:p>
          <a:p>
            <a:pPr>
              <a:spcAft>
                <a:spcPts val="1000"/>
              </a:spcAft>
              <a:defRPr sz="2000"/>
            </a:pPr>
            <a:r>
              <a:t>The solution provides a foundation for future AI-enabled workplace innovation.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E6E6E"/>
                </a:solidFill>
              </a:defRPr>
            </a:pPr>
            <a:r>
              <a:t>Aamina Mongwe | AI Workplace Productivity Assistant | AI Skills Acceleration Programme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